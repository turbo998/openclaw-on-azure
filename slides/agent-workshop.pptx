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3474720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Workshop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LLM 到 Agent：理解、应用与实践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2小时沉浸式工作坊  |  动手实验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议程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0:00 - 0:40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1: AI Agent vs LLM 探讨分析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概念对比、架构分析、适用场景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5176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0:40 - 1:20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2: Agent 日常工作使用场景展示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代码审查、研究分析、自动化、多Agent协作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93192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1:20 - 2:00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3: 安装 OpenClaw 动手实验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+ WeChat 集成实践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 LLM（大语言模型）？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的核心特点</a:t>
            </a:r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Transformer 架构的大规模语言模型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通过海量文本数据预训练，掌握语言规律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Prompt → 输出文本（单轮交互）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无记忆、无工具调用、无自主规划能力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代表：GPT-4、Claude、Gemini、DeepSeek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463040"/>
            <a:ext cx="320040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554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工作模式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Model → Response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</a:rPr>
              <a:t>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7607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「无状态的文本生成器」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3383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每次对话都是全新开始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不能主动获取外部信息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不能执行实际操作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 AI Agent（智能体）？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的核心特点</a:t>
            </a:r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LLM 为「大脑」，具备自主决策能力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能调用外部工具（API、数据库、代码执行）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拥有记忆系统（短期 + 长期记忆）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能自主规划和分解复杂任务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支持多步推理和反思循环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代表：AutoGPT、Devin、OpenClaw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463040"/>
            <a:ext cx="3200400" cy="2926080"/>
          </a:xfrm>
          <a:prstGeom prst="roundRect">
            <a:avLst>
              <a:gd name="adj" fmla="val 468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554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工作模式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 → 思考 → 行动 → 观察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「自主循环的智能助手」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3383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持续记忆上下文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主动调用工具获取信息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自主规划和执行任务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架构对比：Agent vs LLM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架构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1945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E8ECF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 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A82"/>
                </a:solidFill>
              </a:rPr>
              <a:t>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06324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63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模型推理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A82"/>
                </a:solidFill>
              </a:rPr>
              <a:t>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39319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E8EC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文本输出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371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架构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03520" y="210312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2103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感知层 Perception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2743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规划层 Planning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338328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383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执行层 Action + Tools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402336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4023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记忆层 Memory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= LLM + Tools + Memory + Planning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6304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大脑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核心推理引擎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理解意图、生成回复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2834640" y="2377440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工具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API调用、代码执行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文件操作、网络搜索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029200" y="2377440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记忆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短期对话记忆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长期知识存储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46304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7223760" y="2377440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规划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任务分解、步骤规划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反思与自我修正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何时使用 Agent vs LLM？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任务复杂度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简单单轮问答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复杂多步骤任务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是否需要工具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是（API/代码/搜索）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是否需要记忆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否（无状态）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是（上下文记忆）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自主性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被动响应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主动规划执行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延迟容忍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需要快速响应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可接受较长处理时间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典型场景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翻译、摘要、问答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开发、研究、自动化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0"/>
            <a:ext cx="18288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731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C7293"/>
                </a:solidFill>
              </a:rPr>
              <a:t>🎯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日常工作使用场景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|  40 分钟  |  四大核心场景演示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场景一：代码审查与开发 Code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如何助力代码开发？</a:t>
            </a:r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自动审查 Pull Request，识别潜在问题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根据代码上下文生成改进建议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自动编写单元测试和集成测试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理解项目全局架构，保持一致性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跨文件重构与依赖分析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常用工具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20116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2011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48716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4871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962656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9626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Coderabbit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43814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4381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+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913632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913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场景二：研究与分析 Research &amp;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驱动的智能研究流程</a:t>
            </a:r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自动搜索并汇总多源信息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分析技术文档、论文、竞品报告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生成结构化研究报告和对比矩阵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持续跟踪特定领域的最新动态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数据可视化与趋势预测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研究流程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信息收集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数据分析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报告生成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3520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审核优化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场景三：日常自动化 Daily Automation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邮件处理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自动分类、摘要、草拟回复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463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46120" y="1874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日程管理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240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智能安排会议、提醒事项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463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文档生成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2240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自动生成报告、PPT、周报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1089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工作流自动化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CI/CD、部署、监控告警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1089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46120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客户支持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4612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智能客服、工单分类处理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31089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数据处理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2648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ETL、数据清洗、报表生成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 Agent 协作 Multi-Agent Collaboration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多个专业 Agent 协同完成复杂任务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463040" cy="14630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86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1463040" cy="14630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2286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代码开发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2011680"/>
            <a:ext cx="1463040" cy="1463040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2286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测试验证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2011680"/>
            <a:ext cx="1463040" cy="14630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0" y="2286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部署运维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371600" y="3840480"/>
            <a:ext cx="6400800" cy="731520"/>
          </a:xfrm>
          <a:prstGeom prst="roundRect">
            <a:avLst>
              <a:gd name="adj" fmla="val 12500"/>
            </a:avLst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共享记忆层 + 消息总线 + 任务编排器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0"/>
            <a:ext cx="18288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731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C7293"/>
                </a:solidFill>
              </a:rPr>
              <a:t>⚡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安装 OpenClaw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40 分钟  |  动手实验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架构概览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是什么？</a:t>
            </a:r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AI Agent 平台，连接 GitHub Copilot 与 WeChat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支持多模型接入（GPT-4、Claude、本地模型）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插件化工具系统，可自定义扩展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内置记忆管理和任务规划引擎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作为用户交互界面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0" y="1371600"/>
            <a:ext cx="329184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155448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48BB7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5544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界面层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304288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23042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核心引擎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054096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05409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&amp; 插件层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803904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80390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模型层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动手实验：安装 OpenClaw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环境准备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2801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 Node.js 18+、Docker、Git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385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克隆项目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193852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https://github.com/openclaw/openclaw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9689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配置环境变量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2596896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 .env.example → .env，填写 API Key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55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25526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启动服务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3255264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连接 WeChat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0" y="3913632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扫码登录，完成 WeChat 绑定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572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验证测试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08960" y="45720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WeChat 中发送消息，验证 Agent 响应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感谢参与！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&amp; Q&amp;A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欢迎提问和交流 💬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Workshop</dc:title>
  <dc:subject>PptxGenJS Presentation</dc:subject>
  <dc:creator>AI Agent Workshop</dc:creator>
  <cp:lastModifiedBy>AI Agent Workshop</cp:lastModifiedBy>
  <cp:revision>1</cp:revision>
  <dcterms:created xsi:type="dcterms:W3CDTF">2026-04-25T05:15:33Z</dcterms:created>
  <dcterms:modified xsi:type="dcterms:W3CDTF">2026-04-25T05:15:33Z</dcterms:modified>
</cp:coreProperties>
</file>