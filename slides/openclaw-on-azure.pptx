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欢迎各位参加 OpenClaw on Azure 实战工作坊，本次工作坊共2小时，涵盖AI Agent概念、实战场景、安装实操和Azure最佳实践。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本页介绍工作坊的完整议程，共四个环节，请大家合理安排时间。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介绍大语言模型的基本概念，帮助学员理解LLM的能力边界。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介绍AI Agent的概念，强调与LLM的本质区别：自主性、工具使用、记忆。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通过对比表格，让学员清晰理解LLM和AI Agent的核心差异。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展示AI Agent的典型架构图，帮助学员理解各组件之间的关系。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引导学员讨论，鼓励分享自己对AI Agent的理解和期望。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进入第二环节，展示AI Agent在日常工作中的实际应用场景。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展示Agent如何自动进行代码审查，包括安全漏洞检测、代码风格检查等。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展示Agent在技术调研和信息收集方面的应用。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展示Agent在运维自动化方面的实际应用案例。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现场演示环节，展示Agent完成实际任务的全过程。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进入第三环节，开始OpenClaw的安装和动手实验。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列出动手实验的环境要求，确保所有学员准备就绪。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逐步指导学员安装OpenClaw，讲师同步演示。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学员动手实验时间，讲师巡场指导。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进入最后环节，介绍OpenClaw在Azure上的最佳实践。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展示OpenClaw在Azure上的推荐架构，讲解各服务的角色和选型理由。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总结Azure部署的关键最佳实践，帮助学员在实际项目中少走弯路。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问答环节和资源分享，鼓励学员提问和后续学习。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OpenClaw on Azure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AI Agent 实战工作坊 | 2小时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🤖  🚀  ☁️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0" y="4846320"/>
            <a:ext cx="4873752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C7293"/>
                </a:solidFill>
              </a:rPr>
              <a:t>动手实践 · 深度学习 · 即学即用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📋 工作坊议程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7498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环节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时长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Session 1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30分钟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🧠 AI Agent vs LLM - 概念与架构对比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Session 2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40分钟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💼 Agent 日常工作场景 - 代码审查、研究、自动化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Session 3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30分钟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🔧 OpenClaw 安装与动手实验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Session 4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20分钟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☁️ OpenClaw on Azure 最佳实践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🧠 Session 1: 什么是大语言模型 (LLM)?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核心特点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基于 Transformer 架构的深度学习模型
• 通过海量文本数据训练
• 擅长文本生成、理解、翻译、摘要
• 单次请求-响应模式
</a:t>
            </a:r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📊 关键数据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GPT-4: 1.8万亿参数 | 训练数据: 13万亿 tokens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🤖 什么是 AI Agent?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AI Agent = LLM + 工具 + 记忆 + 规划
</a:t>
            </a:r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🔧 工具调用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 — 执行代码、调用API、操作文件
</a:t>
            </a:r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🧠 记忆系统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 — 短期/长期记忆，上下文管理
</a:t>
            </a:r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📋 任务规划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 — 分解复杂任务，自主决策
</a:t>
            </a:r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🔄 自主循环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 — 观察→思考→行动→反馈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⚖️ LLM vs AI Agent 对比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4572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LLM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AI Agent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交互模式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单轮问答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多轮自主循环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工具使用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❌ 无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✅ 丰富工具链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记忆能力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仅上下文窗口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短期+长期记忆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任务规划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❌ 无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✅ 自动分解任务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执行能力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仅文本输出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代码执行、文件操作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问答、翻译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复杂工作流自动化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🏗️ AI Agent 架构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0" y="137160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🧠 LLM 核心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92608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926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🔧 工具层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0" y="292608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0" y="2926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💾 记忆层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0" y="292608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2926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📋 规划层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14800" y="457200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0" y="4572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🌐 外部环境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💬 讨论环节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思考题: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1️⃣  你日常工作中哪些任务可以交给 AI Agent？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2️⃣  AI Agent 的自主性带来哪些风险？如何管控？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3️⃣  Agent 和传统自动化脚本有什么本质区别？
</a:t>
            </a:r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⏱️ 5分钟小组讨论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</a:rPr>
              <a:t>💼 Session 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Agent 日常工作场景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代码审查 · 研究分析 · 自动化运维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⏱️ 40 分钟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🔍 场景一: 智能代码审查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Agent 能做什么?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✅ 自动检测安全漏洞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✅ 代码风格一致性检查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✅ 性能瓶颈识别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✅ 生成修复建议 PR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✅ 上下文理解整个代码库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11887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📊 效率提升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代码审查时间减少 </a:t>
            </a:r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60%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Bug 检出率提升 </a:t>
            </a:r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40%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开发者满意度 </a:t>
            </a:r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92%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🔬 场景二: 智能研究分析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• 自动搜索并汇总技术文档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• 对比多种技术方案的优劣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• 生成结构化调研报告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• 持续跟踪技术趋势变化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• 多源信息交叉验证
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💡 示例: 调研 "Rust vs Go 在微服务中的选择"
</a:t>
            </a:r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</a:rPr>
              <a:t>Agent 自动阅读 50+ 篇文章，生成 10 页对比报告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⚡ 场景三: 自动化运维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🔄 CI/CD 流水线优化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 自动分析构建失败原因并修复
</a:t>
            </a:r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📊 监控告警处理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 自动诊断告警、执行修复操作
</a:t>
            </a:r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📝 文档自动生成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 根据代码变更自动更新文档
</a:t>
            </a:r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🔐 安全合规检查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 持续扫描依赖漏洞并自动升级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🎬 现场演示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观看 AI Agent 实时完成以下任务: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0" y="34747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829"/>
                </a:solidFill>
              </a:rPr>
              <a:t>1. 分析一个 GitHub 仓库的代码质量
</a:t>
            </a:r>
            <a:pPr indent="0" marL="0">
              <a:buNone/>
            </a:pPr>
            <a:r>
              <a:rPr lang="en-US" sz="1800" dirty="0">
                <a:solidFill>
                  <a:srgbClr val="0B1829"/>
                </a:solidFill>
              </a:rPr>
              <a:t>2. 自动创建 Issue 并提交修复 PR
</a:t>
            </a:r>
            <a:pPr indent="0" marL="0">
              <a:buNone/>
            </a:pPr>
            <a:r>
              <a:rPr lang="en-US" sz="1800" dirty="0">
                <a:solidFill>
                  <a:srgbClr val="0B1829"/>
                </a:solidFill>
              </a:rPr>
              <a:t>3. 生成代码变更的中文文档
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🔧 Session 3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OpenClaw 安装与动手实验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从零开始，亲手搭建你的 AI Agent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⏱️ 30 分钟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📋 环境准备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029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工具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版本要求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Node.js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≥ 18.x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运行时环境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Git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最新版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代码管理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VS Code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最新版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推荐编辑器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Azure CLI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≥ 2.50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云资源管理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Docker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≥ 24.x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容器化部署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🚀 OpenClaw 安装步骤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Step 1: 克隆仓库
</a:t>
            </a:r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clone https://github.com/openclaw/openclaw.git
</a:t>
            </a:r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Step 2: 安装依赖
</a:t>
            </a:r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cd openclaw &amp;&amp; npm install
</a:t>
            </a:r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Step 3: 配置环境变量
</a:t>
            </a:r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 .env.example .env &amp;&amp; vim .env
</a:t>
            </a:r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Step 4: 启动服务
</a:t>
            </a:r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start
</a:t>
            </a:r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</a:rPr>
              <a:t>Step 5: 验证
</a:t>
            </a:r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curl http://localhost:3000/health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🧪 动手实验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实验任务:
</a:t>
            </a:r>
            <a:pPr indent="0" marL="0">
              <a:buNone/>
            </a:pPr>
            <a:r>
              <a:rPr lang="en-US" sz="1700" dirty="0">
                <a:solidFill>
                  <a:srgbClr val="0B1829"/>
                </a:solidFill>
              </a:rPr>
              <a:t>1️⃣  配置 OpenClaw 连接 Azure OpenAI
</a:t>
            </a:r>
            <a:pPr indent="0" marL="0">
              <a:buNone/>
            </a:pPr>
            <a:r>
              <a:rPr lang="en-US" sz="1700" dirty="0">
                <a:solidFill>
                  <a:srgbClr val="0B1829"/>
                </a:solidFill>
              </a:rPr>
              <a:t>2️⃣  创建你的第一个 Agent 工作流
</a:t>
            </a:r>
            <a:pPr indent="0" marL="0">
              <a:buNone/>
            </a:pPr>
            <a:r>
              <a:rPr lang="en-US" sz="1700" dirty="0">
                <a:solidFill>
                  <a:srgbClr val="0B1829"/>
                </a:solidFill>
              </a:rPr>
              <a:t>3️⃣  让 Agent 自动分析一段代码
</a:t>
            </a:r>
            <a:pPr indent="0" marL="0">
              <a:buNone/>
            </a:pPr>
            <a:r>
              <a:rPr lang="en-US" sz="1700" dirty="0">
                <a:solidFill>
                  <a:srgbClr val="0B1829"/>
                </a:solidFill>
              </a:rPr>
              <a:t>4️⃣  查看 Agent 的执行日志和推理过程
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⏱️ 20分钟动手时间 | 遇到问题请举手 🙋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☁️ Session 4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OpenClaw on Azure 最佳实践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企业级部署 · 安全合规 · 高可用架构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⏱️ 20 分钟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🏗️ Azure 架构设计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280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🖥️ Azure VM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开发测试环境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280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📦 Azure Container Apps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生产级容器部署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🤖 Azure OpenAI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GPT-4 / GPT-4o 模型服务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274320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💾 Cosmos DB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0080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Agent 记忆与状态存储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1520" y="420624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🔐 Key Vault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密钥与证书管理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420624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🌐 Front Door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008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全球负载均衡与CDN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✅ 部署最佳实践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🔒 安全性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使用 Managed Identity
• Key Vault 管理所有密钥
• 网络隔离 (VNet)
• RBAC 最小权限原则
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109728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📈 可扩展性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Container Apps 自动伸缩
• Cosmos DB 按需吞吐量
• Front Door 全球分发
• 多区域容灾部署
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💰 成本优化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Azure OpenAI PTU 预留容量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容器按使用量计费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开发环境定时关机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Azure Advisor 成本建议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0" y="36576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🔍 可观测性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Application Insights 监控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Log Analytics 日志分析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Agent 执行链路追踪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自定义仪表盘告警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00800"/>
            <a:ext cx="121889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❓ Q&amp;A / 资源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</a:rPr>
              <a:t>感谢参与！欢迎提问 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2560320"/>
            <a:ext cx="9144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📚 学习资源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🔗 OpenClaw 文档: https://openclaw.dev/docs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🔗 Azure OpenAI: https://aka.ms/azure-openai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🔗 示例代码: https://github.com/openclaw/examples
</a:t>
            </a:r>
            <a:pPr indent="0" marL="0">
              <a:buNone/>
            </a:pPr>
            <a:r>
              <a:rPr lang="en-US" sz="1600" dirty="0">
                <a:solidFill>
                  <a:srgbClr val="0B1829"/>
                </a:solidFill>
              </a:rPr>
              <a:t>🔗 社区论坛: https://community.openclaw.dev
</a:t>
            </a:r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📧 联系讲师 | 💬 加入微信交流群
</a:t>
            </a:r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⭐ 请扫码填写反馈问卷 ⭐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2026-04-25T14:12:13Z</dcterms:created>
  <dcterms:modified xsi:type="dcterms:W3CDTF">2026-04-25T14:12:13Z</dcterms:modified>
</cp:coreProperties>
</file>